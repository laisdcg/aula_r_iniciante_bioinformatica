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bold.fntdata"/><Relationship Id="rId16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2f325d14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2f325d14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2f325d14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2f325d14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2f325d14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2f325d14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Uma linguagem de programação é um conjunto de regras sintáticas e semânticas que permite a um ser humano escrever instruções para que um computador execute tarefas específicas. Ela funciona como um tradutor entre o pensamento lógico humano (abstrato) e o processamento da máquina (binário).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Componentes Fundamentais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Sintaxe:</a:t>
            </a:r>
            <a:r>
              <a:rPr lang="pt-BR">
                <a:solidFill>
                  <a:schemeClr val="dk1"/>
                </a:solidFill>
              </a:rPr>
              <a:t> É a "gramática" da linguagem. Define como os comandos devem ser escritos (onde colocar parênteses, chaves ou pontos e vírgulas). Se você errar a sintaxe, o código não roda.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Semântica:</a:t>
            </a:r>
            <a:r>
              <a:rPr lang="pt-BR">
                <a:solidFill>
                  <a:schemeClr val="dk1"/>
                </a:solidFill>
              </a:rPr>
              <a:t> É o significado por trás dos comandos. Um código pode estar gramaticalmente correto, mas fazer algo diferente do que você pretendia.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Compilador/Interpretador:</a:t>
            </a:r>
            <a:r>
              <a:rPr lang="pt-BR">
                <a:solidFill>
                  <a:schemeClr val="dk1"/>
                </a:solidFill>
              </a:rPr>
              <a:t> São as ferramentas que traduzem o código que você escreve (Código Fonte) para a linguagem que o processador entende (Código de Máquina).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Uma linguagem de programação é um conjunto de regras sintáticas e semânticas que permite a um ser humano escrever instruções para que um computador execute tarefas específicas. Ela funciona como um tradutor entre o pensamento lógico humano (abstrato) e o processamento da máquina (binário).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Componentes Fundamentais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Sintaxe:</a:t>
            </a:r>
            <a:r>
              <a:rPr lang="pt-BR">
                <a:solidFill>
                  <a:schemeClr val="dk1"/>
                </a:solidFill>
              </a:rPr>
              <a:t> É a "gramática" da linguagem. Define como os comandos devem ser escritos (onde colocar parênteses, chaves ou pontos e vírgulas). Se você errar a sintaxe, o código não roda.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Semântica:</a:t>
            </a:r>
            <a:r>
              <a:rPr lang="pt-BR">
                <a:solidFill>
                  <a:schemeClr val="dk1"/>
                </a:solidFill>
              </a:rPr>
              <a:t> É o significado por trás dos comandos. Um código pode estar gramaticalmente correto, mas fazer algo diferente do que você pretendia.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Compilador/Interpretador:</a:t>
            </a:r>
            <a:r>
              <a:rPr lang="pt-BR">
                <a:solidFill>
                  <a:schemeClr val="dk1"/>
                </a:solidFill>
              </a:rPr>
              <a:t> São as ferramentas que traduzem o código que você escreve (Código Fonte) para a linguagem que o processador entende (Código de Máquina).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Classificação Básica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As linguagens costumam ser divididas por seu "nível" de abstração: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Baixo Nível:</a:t>
            </a:r>
            <a:r>
              <a:rPr lang="pt-BR">
                <a:solidFill>
                  <a:schemeClr val="dk1"/>
                </a:solidFill>
              </a:rPr>
              <a:t> Estão muito próximas do hardware (como </a:t>
            </a:r>
            <a:r>
              <a:rPr b="1" lang="pt-BR">
                <a:solidFill>
                  <a:schemeClr val="dk1"/>
                </a:solidFill>
              </a:rPr>
              <a:t>Assembly</a:t>
            </a:r>
            <a:r>
              <a:rPr lang="pt-BR">
                <a:solidFill>
                  <a:schemeClr val="dk1"/>
                </a:solidFill>
              </a:rPr>
              <a:t>). São extremamente rápidas, mas complexas de escrever e ler.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pt-BR">
                <a:solidFill>
                  <a:schemeClr val="dk1"/>
                </a:solidFill>
              </a:rPr>
              <a:t>Alto Nível:</a:t>
            </a:r>
            <a:r>
              <a:rPr lang="pt-BR">
                <a:solidFill>
                  <a:schemeClr val="dk1"/>
                </a:solidFill>
              </a:rPr>
              <a:t> Estão mais próximas da linguagem humana (como </a:t>
            </a:r>
            <a:r>
              <a:rPr b="1" lang="pt-BR">
                <a:solidFill>
                  <a:schemeClr val="dk1"/>
                </a:solidFill>
              </a:rPr>
              <a:t>R</a:t>
            </a:r>
            <a:r>
              <a:rPr lang="pt-BR">
                <a:solidFill>
                  <a:schemeClr val="dk1"/>
                </a:solidFill>
              </a:rPr>
              <a:t>, </a:t>
            </a:r>
            <a:r>
              <a:rPr b="1" lang="pt-BR">
                <a:solidFill>
                  <a:schemeClr val="dk1"/>
                </a:solidFill>
              </a:rPr>
              <a:t>Python</a:t>
            </a:r>
            <a:r>
              <a:rPr lang="pt-BR">
                <a:solidFill>
                  <a:schemeClr val="dk1"/>
                </a:solidFill>
              </a:rPr>
              <a:t> e </a:t>
            </a:r>
            <a:r>
              <a:rPr b="1" lang="pt-BR">
                <a:solidFill>
                  <a:schemeClr val="dk1"/>
                </a:solidFill>
              </a:rPr>
              <a:t>Java</a:t>
            </a:r>
            <a:r>
              <a:rPr lang="pt-BR">
                <a:solidFill>
                  <a:schemeClr val="dk1"/>
                </a:solidFill>
              </a:rPr>
              <a:t>). São mais fáceis de aprender e são as que você utiliza para bioinformática e desenvolvimento de software.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Exemplo Prático no seu Contexto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No </a:t>
            </a:r>
            <a:r>
              <a:rPr b="1" lang="pt-BR">
                <a:solidFill>
                  <a:schemeClr val="dk1"/>
                </a:solidFill>
              </a:rPr>
              <a:t>R</a:t>
            </a:r>
            <a:r>
              <a:rPr lang="pt-BR">
                <a:solidFill>
                  <a:schemeClr val="dk1"/>
                </a:solidFill>
              </a:rPr>
              <a:t>, quando você escreve </a:t>
            </a:r>
            <a:r>
              <a:rPr lang="pt-BR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mean(dados)</a:t>
            </a:r>
            <a:r>
              <a:rPr lang="pt-BR">
                <a:solidFill>
                  <a:schemeClr val="dk1"/>
                </a:solidFill>
              </a:rPr>
              <a:t>, você está usando uma linguagem de alto nível. Você não precisa dizer ao computador como acessar cada endereço de memória e somar bit por bit; a linguagem já abstrai essa complexidade para você.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1300">
                <a:solidFill>
                  <a:schemeClr val="dk1"/>
                </a:solidFill>
              </a:rPr>
              <a:t>Por que existem tantas?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Cada linguagem é otimizada para um propósito: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R:</a:t>
            </a:r>
            <a:r>
              <a:rPr lang="pt-BR">
                <a:solidFill>
                  <a:schemeClr val="dk1"/>
                </a:solidFill>
              </a:rPr>
              <a:t> Especializada em estatística e bioinformática.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C++:</a:t>
            </a:r>
            <a:r>
              <a:rPr lang="pt-BR">
                <a:solidFill>
                  <a:schemeClr val="dk1"/>
                </a:solidFill>
              </a:rPr>
              <a:t> Focada em performance e sistemas operacionais.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pt-BR">
                <a:solidFill>
                  <a:schemeClr val="dk1"/>
                </a:solidFill>
              </a:rPr>
              <a:t>JavaScript:</a:t>
            </a:r>
            <a:r>
              <a:rPr lang="pt-BR">
                <a:solidFill>
                  <a:schemeClr val="dk1"/>
                </a:solidFill>
              </a:rPr>
              <a:t> Essencial para criar interfaces web.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f325d14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f325d14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2f325d14b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2f325d14b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2f325d14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2f325d14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f325d14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2f325d14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2f325d14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2f325d14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2f325d14b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2f325d14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2454aa060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2454aa060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justes para ficar 100% correto:&#10;Quadro B (A Ponte): Altere &quot;Via O Montador&quot; para &quot;Via Bibliotecas Compiladas&quot;. Mantenha a menção à Linguagem C e Vetorização, pois é isso que realmente dá velocidade ao seu trabalho com RNA-Seq. 2. O fluxo do Assembly: O Assembly ficaria &quot;escondido&quot; entre o código C e o código de máquina. Para o usuário de R, ele é quase invisível.&#10;&#10;Terminologia de &quot;Compilação&quot;: No R, dizemos que o pacote (ex: limma ou edgeR) já vem pré-compilado para o seu sistema operacional. Quando você faz a análise, você está apenas chamando esse binário já pronto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jeite a configuração do texto para ajustado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imore o design deste slide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